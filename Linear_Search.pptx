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978" r:id="rId1"/>
  </p:sldMasterIdLst>
  <p:sldIdLst>
    <p:sldId id="272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3" r:id="rId18"/>
    <p:sldId id="271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6" d="100"/>
          <a:sy n="76" d="100"/>
        </p:scale>
        <p:origin x="917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6843" y="2059012"/>
            <a:ext cx="12195668" cy="18288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5759" y="2166364"/>
            <a:ext cx="11471565" cy="1739347"/>
          </a:xfrm>
        </p:spPr>
        <p:txBody>
          <a:bodyPr tIns="45720" bIns="45720" anchor="ctr">
            <a:normAutofit/>
          </a:bodyPr>
          <a:lstStyle>
            <a:lvl1pPr algn="ctr">
              <a:lnSpc>
                <a:spcPct val="80000"/>
              </a:lnSpc>
              <a:defRPr sz="6000" spc="15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996250"/>
            <a:ext cx="9144000" cy="1309255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20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47322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24955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6843" y="2059012"/>
            <a:ext cx="12195668" cy="18288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191" y="2208879"/>
            <a:ext cx="10515600" cy="1676400"/>
          </a:xfrm>
        </p:spPr>
        <p:txBody>
          <a:bodyPr anchor="ctr">
            <a:noAutofit/>
          </a:bodyPr>
          <a:lstStyle>
            <a:lvl1pPr algn="ctr">
              <a:lnSpc>
                <a:spcPct val="80000"/>
              </a:lnSpc>
              <a:defRPr sz="6000" b="0" spc="15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3191" y="4010334"/>
            <a:ext cx="10515600" cy="1174639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942917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05344" y="2011680"/>
            <a:ext cx="4754880" cy="420624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30391" y="2011680"/>
            <a:ext cx="4754880" cy="420624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3461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07008" y="1913470"/>
            <a:ext cx="4754880" cy="743094"/>
          </a:xfrm>
        </p:spPr>
        <p:txBody>
          <a:bodyPr anchor="ctr">
            <a:normAutofit/>
          </a:bodyPr>
          <a:lstStyle>
            <a:lvl1pPr marL="0" indent="0">
              <a:buNone/>
              <a:defRPr sz="21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07008" y="2656566"/>
            <a:ext cx="4754880" cy="35661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31230" y="1913470"/>
            <a:ext cx="4754880" cy="743094"/>
          </a:xfrm>
        </p:spPr>
        <p:txBody>
          <a:bodyPr anchor="ctr">
            <a:normAutofit/>
          </a:bodyPr>
          <a:lstStyle>
            <a:lvl1pPr marL="0" indent="0">
              <a:buNone/>
              <a:defRPr sz="21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31230" y="2656564"/>
            <a:ext cx="4754880" cy="35661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73534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96518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77073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07008" y="2120054"/>
            <a:ext cx="6126480" cy="41148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789023" y="2147486"/>
            <a:ext cx="3200400" cy="3432319"/>
          </a:xfrm>
        </p:spPr>
        <p:txBody>
          <a:bodyPr>
            <a:normAutofit/>
          </a:bodyPr>
          <a:lstStyle>
            <a:lvl1pPr marL="0" indent="0">
              <a:lnSpc>
                <a:spcPct val="95000"/>
              </a:lnSpc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44610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80160" y="2211494"/>
            <a:ext cx="6126480" cy="3931920"/>
          </a:xfrm>
          <a:solidFill>
            <a:schemeClr val="tx2">
              <a:lumMod val="60000"/>
              <a:lumOff val="40000"/>
            </a:schemeClr>
          </a:solidFill>
        </p:spPr>
        <p:txBody>
          <a:bodyPr tIns="365760" anchor="t"/>
          <a:lstStyle>
            <a:lvl1pPr marL="0" indent="0" algn="ctr">
              <a:buNone/>
              <a:defRPr sz="3200">
                <a:solidFill>
                  <a:schemeClr val="tx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790688" y="2150621"/>
            <a:ext cx="3200400" cy="3429000"/>
          </a:xfrm>
        </p:spPr>
        <p:txBody>
          <a:bodyPr>
            <a:normAutofit/>
          </a:bodyPr>
          <a:lstStyle>
            <a:lvl1pPr marL="0" indent="0">
              <a:lnSpc>
                <a:spcPct val="95000"/>
              </a:lnSpc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81932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05388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019312" y="0"/>
            <a:ext cx="27432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60624" y="274638"/>
            <a:ext cx="2402380" cy="58975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199" y="274638"/>
            <a:ext cx="7973291" cy="58975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422854"/>
            <a:ext cx="2743196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776135" y="6422854"/>
            <a:ext cx="427966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3048" y="6422854"/>
            <a:ext cx="879759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73082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83" y="176109"/>
            <a:ext cx="12188952" cy="16459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02919" y="284176"/>
            <a:ext cx="9784080" cy="15087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02919" y="2011680"/>
            <a:ext cx="9784080" cy="42062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02266" y="6422854"/>
            <a:ext cx="3000894" cy="365125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l">
              <a:defRPr sz="1050"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596471" y="6422854"/>
            <a:ext cx="50444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58927" y="6422854"/>
            <a:ext cx="946264" cy="365125"/>
          </a:xfrm>
          <a:prstGeom prst="rect">
            <a:avLst/>
          </a:prstGeom>
        </p:spPr>
        <p:txBody>
          <a:bodyPr vert="horz" lIns="45720" tIns="45720" rIns="91440" bIns="45720" rtlCol="0" anchor="ctr"/>
          <a:lstStyle>
            <a:lvl1pPr algn="l">
              <a:defRPr sz="1200" b="0"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031327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79" r:id="rId1"/>
    <p:sldLayoutId id="2147483980" r:id="rId2"/>
    <p:sldLayoutId id="2147483981" r:id="rId3"/>
    <p:sldLayoutId id="2147483982" r:id="rId4"/>
    <p:sldLayoutId id="2147483983" r:id="rId5"/>
    <p:sldLayoutId id="2147483984" r:id="rId6"/>
    <p:sldLayoutId id="2147483985" r:id="rId7"/>
    <p:sldLayoutId id="2147483986" r:id="rId8"/>
    <p:sldLayoutId id="2147483987" r:id="rId9"/>
    <p:sldLayoutId id="2147483988" r:id="rId10"/>
    <p:sldLayoutId id="2147483989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000" kern="1200" cap="all" baseline="0">
          <a:solidFill>
            <a:schemeClr val="bg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tx1"/>
        </a:buClr>
        <a:buFont typeface="Wingdings" pitchFamily="2" charset="2"/>
        <a:buChar char="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4114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6400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8686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0972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2846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718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29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18062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EF6013B7-DA1A-3FDA-515E-FD89B9F5FA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225164" cy="2214567"/>
          </a:xfrm>
          <a:prstGeom prst="rect">
            <a:avLst/>
          </a:prstGeom>
        </p:spPr>
      </p:pic>
      <p:sp>
        <p:nvSpPr>
          <p:cNvPr id="10" name="TextBox 2">
            <a:extLst>
              <a:ext uri="{FF2B5EF4-FFF2-40B4-BE49-F238E27FC236}">
                <a16:creationId xmlns:a16="http://schemas.microsoft.com/office/drawing/2014/main" id="{DDF725B3-7C82-B97F-AC01-76410E28984D}"/>
              </a:ext>
            </a:extLst>
          </p:cNvPr>
          <p:cNvSpPr txBox="1"/>
          <p:nvPr/>
        </p:nvSpPr>
        <p:spPr>
          <a:xfrm>
            <a:off x="3594771" y="364755"/>
            <a:ext cx="6191246" cy="1015663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2800" b="1">
                <a:solidFill>
                  <a:srgbClr val="FFFFFF"/>
                </a:solidFill>
              </a:defRPr>
            </a:pPr>
            <a:r>
              <a:rPr lang="en-US" sz="3600" dirty="0"/>
              <a:t>LINEAR</a:t>
            </a:r>
            <a:r>
              <a:rPr sz="3600" dirty="0"/>
              <a:t> SEARCH ALGORITHM</a:t>
            </a:r>
          </a:p>
          <a:p>
            <a:pPr algn="ctr">
              <a:defRPr sz="1800" i="1">
                <a:solidFill>
                  <a:srgbClr val="DCDCDC"/>
                </a:solidFill>
              </a:defRPr>
            </a:pPr>
            <a:r>
              <a:rPr lang="en-US" altLang="en-US" sz="2400" dirty="0"/>
              <a:t>A Simple Sequential Searching Technique</a:t>
            </a:r>
          </a:p>
        </p:txBody>
      </p:sp>
      <p:sp>
        <p:nvSpPr>
          <p:cNvPr id="11" name="TextBox 3">
            <a:extLst>
              <a:ext uri="{FF2B5EF4-FFF2-40B4-BE49-F238E27FC236}">
                <a16:creationId xmlns:a16="http://schemas.microsoft.com/office/drawing/2014/main" id="{AFC4F5E1-3609-7E88-787A-3BD01C5D1489}"/>
              </a:ext>
            </a:extLst>
          </p:cNvPr>
          <p:cNvSpPr txBox="1"/>
          <p:nvPr/>
        </p:nvSpPr>
        <p:spPr>
          <a:xfrm>
            <a:off x="1776325" y="1782578"/>
            <a:ext cx="9719585" cy="338554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2000" b="1">
                <a:solidFill>
                  <a:srgbClr val="FFFFFF"/>
                </a:solidFill>
              </a:defRPr>
            </a:pPr>
            <a:r>
              <a:rPr dirty="0"/>
              <a:t>Presented By</a:t>
            </a:r>
          </a:p>
          <a:p>
            <a:pPr algn="ctr">
              <a:defRPr sz="2400" b="1">
                <a:solidFill>
                  <a:srgbClr val="FFD700"/>
                </a:solidFill>
              </a:defRPr>
            </a:pPr>
            <a:r>
              <a:rPr dirty="0"/>
              <a:t>Mosiur Rahman</a:t>
            </a:r>
          </a:p>
          <a:p>
            <a:pPr algn="ctr">
              <a:defRPr sz="2000" b="0">
                <a:solidFill>
                  <a:srgbClr val="FFFFFF"/>
                </a:solidFill>
              </a:defRPr>
            </a:pPr>
            <a:r>
              <a:rPr dirty="0"/>
              <a:t>Student ID: IT-</a:t>
            </a:r>
            <a:r>
              <a:rPr lang="en-US" dirty="0">
                <a:latin typeface="Andalus" panose="02020603050405020304" pitchFamily="18" charset="-78"/>
                <a:cs typeface="Andalus" panose="02020603050405020304" pitchFamily="18" charset="-78"/>
              </a:rPr>
              <a:t>25008</a:t>
            </a:r>
            <a:endParaRPr dirty="0">
              <a:latin typeface="Andalus" panose="02020603050405020304" pitchFamily="18" charset="-78"/>
              <a:cs typeface="Andalus" panose="02020603050405020304" pitchFamily="18" charset="-78"/>
            </a:endParaRPr>
          </a:p>
          <a:p>
            <a:pPr algn="ctr">
              <a:defRPr sz="1800" b="0">
                <a:solidFill>
                  <a:srgbClr val="FFFFFF"/>
                </a:solidFill>
              </a:defRPr>
            </a:pPr>
            <a:r>
              <a:rPr lang="en-US" sz="2400" b="1" dirty="0"/>
              <a:t>              </a:t>
            </a:r>
            <a:r>
              <a:rPr sz="2400" b="1" dirty="0"/>
              <a:t>Department of Information and Communication Technology (ICT)</a:t>
            </a:r>
          </a:p>
          <a:p>
            <a:pPr algn="ctr">
              <a:defRPr sz="1800" b="0">
                <a:solidFill>
                  <a:srgbClr val="FFFFFF"/>
                </a:solidFill>
              </a:defRPr>
            </a:pPr>
            <a:r>
              <a:rPr lang="en-US" sz="2400" b="1" dirty="0"/>
              <a:t>              </a:t>
            </a:r>
            <a:r>
              <a:rPr sz="2400" b="1" dirty="0"/>
              <a:t>Mawlana </a:t>
            </a:r>
            <a:r>
              <a:rPr sz="2400" b="1" dirty="0" err="1"/>
              <a:t>Bhashani</a:t>
            </a:r>
            <a:r>
              <a:rPr sz="2400" b="1" dirty="0"/>
              <a:t> Science and Technology University (MBSTU)</a:t>
            </a:r>
          </a:p>
          <a:p>
            <a:pPr algn="ctr">
              <a:defRPr sz="1800" b="0">
                <a:solidFill>
                  <a:srgbClr val="FFFFFF"/>
                </a:solidFill>
              </a:defRPr>
            </a:pPr>
            <a:endParaRPr dirty="0"/>
          </a:p>
          <a:p>
            <a:pPr algn="ctr">
              <a:defRPr sz="1800" b="0">
                <a:solidFill>
                  <a:srgbClr val="FFFFFF"/>
                </a:solidFill>
              </a:defRPr>
            </a:pPr>
            <a:r>
              <a:rPr sz="2800" dirty="0"/>
              <a:t>Course: Data Structure</a:t>
            </a:r>
          </a:p>
          <a:p>
            <a:pPr algn="ctr">
              <a:defRPr sz="1800" b="0">
                <a:solidFill>
                  <a:srgbClr val="FFFFFF"/>
                </a:solidFill>
              </a:defRPr>
            </a:pPr>
            <a:r>
              <a:rPr sz="2800" dirty="0"/>
              <a:t>Course Teacher: </a:t>
            </a:r>
            <a:r>
              <a:rPr lang="en-US" sz="2800" b="0" i="0" dirty="0">
                <a:solidFill>
                  <a:srgbClr val="FFFF00"/>
                </a:solidFill>
                <a:effectLst/>
                <a:latin typeface="Segoe UI Historic" panose="020B0502040204020203" pitchFamily="34" charset="0"/>
              </a:rPr>
              <a:t>Mr. Mehedi Hasan</a:t>
            </a:r>
          </a:p>
          <a:p>
            <a:pPr algn="ctr">
              <a:defRPr sz="1800" b="0">
                <a:solidFill>
                  <a:srgbClr val="FFFFFF"/>
                </a:solidFill>
              </a:defRPr>
            </a:pPr>
            <a:r>
              <a:rPr lang="en-US" sz="2800" dirty="0"/>
              <a:t>8 </a:t>
            </a:r>
            <a:r>
              <a:rPr sz="2800" dirty="0"/>
              <a:t>August </a:t>
            </a:r>
            <a:r>
              <a:rPr sz="2800" dirty="0">
                <a:latin typeface="Andalus" panose="02020603050405020304" pitchFamily="18" charset="-78"/>
                <a:cs typeface="Andalus" panose="02020603050405020304" pitchFamily="18" charset="-78"/>
              </a:rPr>
              <a:t>2026</a:t>
            </a:r>
          </a:p>
        </p:txBody>
      </p:sp>
    </p:spTree>
    <p:extLst>
      <p:ext uri="{BB962C8B-B14F-4D97-AF65-F5344CB8AC3E}">
        <p14:creationId xmlns:p14="http://schemas.microsoft.com/office/powerpoint/2010/main" val="3647552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96" y="85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0048" y="85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96770C7-D9AB-56DD-C639-49A459CEF8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60469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Banded">
  <a:themeElements>
    <a:clrScheme name="Banded">
      <a:dk1>
        <a:srgbClr val="2C2C2C"/>
      </a:dk1>
      <a:lt1>
        <a:srgbClr val="FFFFFF"/>
      </a:lt1>
      <a:dk2>
        <a:srgbClr val="099BDD"/>
      </a:dk2>
      <a:lt2>
        <a:srgbClr val="F2F2F2"/>
      </a:lt2>
      <a:accent1>
        <a:srgbClr val="FFC000"/>
      </a:accent1>
      <a:accent2>
        <a:srgbClr val="A5D028"/>
      </a:accent2>
      <a:accent3>
        <a:srgbClr val="08CC78"/>
      </a:accent3>
      <a:accent4>
        <a:srgbClr val="F24099"/>
      </a:accent4>
      <a:accent5>
        <a:srgbClr val="828288"/>
      </a:accent5>
      <a:accent6>
        <a:srgbClr val="F56617"/>
      </a:accent6>
      <a:hlink>
        <a:srgbClr val="005DBA"/>
      </a:hlink>
      <a:folHlink>
        <a:srgbClr val="6C606A"/>
      </a:folHlink>
    </a:clrScheme>
    <a:fontScheme name="Banded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nded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atMod val="120000"/>
                <a:lumMod val="107000"/>
              </a:schemeClr>
            </a:gs>
            <a:gs pos="50000">
              <a:schemeClr val="phClr">
                <a:tint val="70000"/>
                <a:satMod val="124000"/>
                <a:lumMod val="103000"/>
              </a:schemeClr>
            </a:gs>
            <a:gs pos="100000">
              <a:schemeClr val="phClr">
                <a:tint val="85000"/>
                <a:satMod val="12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5000"/>
                <a:shade val="98000"/>
                <a:satMod val="110000"/>
                <a:lumMod val="103000"/>
              </a:schemeClr>
            </a:gs>
            <a:gs pos="50000">
              <a:schemeClr val="phClr">
                <a:shade val="85000"/>
                <a:satMod val="105000"/>
                <a:lumMod val="100000"/>
              </a:schemeClr>
            </a:gs>
            <a:gs pos="100000">
              <a:schemeClr val="phClr">
                <a:shade val="60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875" dir="5400000" algn="ctr" rotWithShape="0">
              <a:srgbClr val="000000">
                <a:alpha val="68000"/>
              </a:srgbClr>
            </a:outerShdw>
          </a:effectLst>
        </a:effectStyle>
        <a:effectStyle>
          <a:effectLst>
            <a:outerShdw blurRad="88900" dist="2794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/>
              <a:schemeClr val="phClr">
                <a:shade val="91000"/>
                <a:satMod val="105000"/>
              </a:schemeClr>
            </a:duotone>
          </a:blip>
          <a:tile tx="0" ty="0" sx="100000" sy="100000" flip="none" algn="tl"/>
        </a:blip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nded" id="{98DFF888-2449-4D28-977C-6306C017633E}" vid="{9792607F-9579-4224-82FF-9C88C3E1E53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TM03090430[[fn=Banded]]</Template>
  <TotalTime>52</TotalTime>
  <Words>51</Words>
  <Application>Microsoft Office PowerPoint</Application>
  <PresentationFormat>Widescreen</PresentationFormat>
  <Paragraphs>11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Andalus</vt:lpstr>
      <vt:lpstr>Corbel</vt:lpstr>
      <vt:lpstr>Segoe UI Historic</vt:lpstr>
      <vt:lpstr>Wingdings</vt:lpstr>
      <vt:lpstr>Banded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Mosiur Rahman</cp:lastModifiedBy>
  <cp:revision>5</cp:revision>
  <dcterms:created xsi:type="dcterms:W3CDTF">2013-01-27T09:14:16Z</dcterms:created>
  <dcterms:modified xsi:type="dcterms:W3CDTF">2026-08-06T16:59:24Z</dcterms:modified>
  <cp:category/>
</cp:coreProperties>
</file>